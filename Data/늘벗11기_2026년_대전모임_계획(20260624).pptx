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  <p:sldMasterId id="2147484045" r:id="rId2"/>
  </p:sldMasterIdLst>
  <p:notesMasterIdLst>
    <p:notesMasterId r:id="rId6"/>
  </p:notesMasterIdLst>
  <p:handoutMasterIdLst>
    <p:handoutMasterId r:id="rId7"/>
  </p:handoutMasterIdLst>
  <p:sldIdLst>
    <p:sldId id="483" r:id="rId3"/>
    <p:sldId id="500" r:id="rId4"/>
    <p:sldId id="501" r:id="rId5"/>
  </p:sldIdLst>
  <p:sldSz cx="9144000" cy="6858000" type="screen4x3"/>
  <p:notesSz cx="6888163" cy="1002188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EC9B"/>
    <a:srgbClr val="FFCC00"/>
    <a:srgbClr val="FFFF00"/>
    <a:srgbClr val="ECDFF5"/>
    <a:srgbClr val="D1FFE6"/>
    <a:srgbClr val="D0E0F4"/>
    <a:srgbClr val="FF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38" autoAdjust="0"/>
    <p:restoredTop sz="94660"/>
  </p:normalViewPr>
  <p:slideViewPr>
    <p:cSldViewPr>
      <p:cViewPr varScale="1">
        <p:scale>
          <a:sx n="81" d="100"/>
          <a:sy n="81" d="100"/>
        </p:scale>
        <p:origin x="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94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1094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C2F9C14-16D0-45D8-BE4A-29D9A461439F}" type="datetimeFigureOut">
              <a:rPr lang="ko-KR" altLang="en-US"/>
              <a:pPr>
                <a:defRPr/>
              </a:pPr>
              <a:t>2026-06-24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519054"/>
            <a:ext cx="2984871" cy="50109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1698" y="9519054"/>
            <a:ext cx="2984871" cy="50109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B817020-0E3A-415D-AAF1-81E49867474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157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94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1094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F3E87B45-D01B-4DCF-A8E3-A44E2F1905E1}" type="datetimeFigureOut">
              <a:rPr lang="ko-KR" altLang="en-US"/>
              <a:pPr>
                <a:defRPr/>
              </a:pPr>
              <a:t>2026-06-24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8213" y="750888"/>
            <a:ext cx="5011737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60397"/>
            <a:ext cx="5510530" cy="4509850"/>
          </a:xfrm>
          <a:prstGeom prst="rect">
            <a:avLst/>
          </a:prstGeom>
        </p:spPr>
        <p:txBody>
          <a:bodyPr vert="horz" lIns="96625" tIns="48312" rIns="96625" bIns="48312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9054"/>
            <a:ext cx="2984871" cy="50109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9054"/>
            <a:ext cx="2984871" cy="50109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C4A778A-5F58-46B5-80DB-299432AAEBE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2458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창업 관련\회사 로고 관련\최종\genomicworks_EN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116632"/>
            <a:ext cx="14890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창업 관련\회사 로고 관련\최종\genomicworks_EN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116632"/>
            <a:ext cx="14890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66002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창업 관련\회사 로고 관련\최종\genomicworks_EN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116632"/>
            <a:ext cx="14890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0763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창업 관련\회사 로고 관련\최종\genomicworks_EN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116632"/>
            <a:ext cx="14890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35584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805E-4770-4822-9EFD-1942DC6261CE}" type="datetimeFigureOut">
              <a:rPr lang="ko-KR" altLang="en-US" smtClean="0"/>
              <a:pPr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B30B5-1B3B-4E2F-894C-39CE294E9A8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10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99101044-BF40-40E7-A75D-747D98859567}" type="datetimeFigureOut">
              <a:rPr lang="ko-KR" altLang="en-US"/>
              <a:pPr>
                <a:defRPr/>
              </a:pPr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D3081E26-9148-4353-B9A4-4578847B400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4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99101044-BF40-40E7-A75D-747D98859567}" type="datetimeFigureOut">
              <a:rPr lang="ko-KR" altLang="en-US"/>
              <a:pPr>
                <a:defRPr/>
              </a:pPr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D3081E26-9148-4353-B9A4-4578847B400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pic>
        <p:nvPicPr>
          <p:cNvPr id="7" name="Picture 2" descr="D:\창업 관련\회사 로고 관련\최종\genomicworks_EN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524328" y="116632"/>
            <a:ext cx="14890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6149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9" r:id="rId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187624" y="1962150"/>
            <a:ext cx="6840760" cy="1466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/>
          <a:lstStyle/>
          <a:p>
            <a:pPr algn="ctr" fontAlgn="auto">
              <a:lnSpc>
                <a:spcPts val="4000"/>
              </a:lnSpc>
              <a:spcAft>
                <a:spcPts val="0"/>
              </a:spcAft>
              <a:defRPr/>
            </a:pPr>
            <a:r>
              <a:rPr kumimoji="0" lang="ko-KR" altLang="en-US" sz="2800" b="1" dirty="0" err="1">
                <a:latin typeface="Arial" charset="0"/>
                <a:ea typeface="+mj-ea"/>
                <a:cs typeface="Arial" charset="0"/>
              </a:rPr>
              <a:t>늘벗</a:t>
            </a:r>
            <a:r>
              <a:rPr kumimoji="0" lang="ko-KR" altLang="en-US" sz="2800" b="1" dirty="0">
                <a:latin typeface="Arial" charset="0"/>
                <a:ea typeface="+mj-ea"/>
                <a:cs typeface="Arial" charset="0"/>
              </a:rPr>
              <a:t> </a:t>
            </a:r>
            <a:r>
              <a:rPr kumimoji="0" lang="en-US" altLang="ko-KR" sz="2800" b="1" dirty="0">
                <a:latin typeface="Arial" charset="0"/>
                <a:ea typeface="+mj-ea"/>
                <a:cs typeface="Arial" charset="0"/>
              </a:rPr>
              <a:t>11</a:t>
            </a:r>
            <a:r>
              <a:rPr kumimoji="0" lang="ko-KR" altLang="en-US" sz="2800" b="1" dirty="0">
                <a:latin typeface="Arial" charset="0"/>
                <a:ea typeface="+mj-ea"/>
                <a:cs typeface="Arial" charset="0"/>
              </a:rPr>
              <a:t>기 </a:t>
            </a:r>
            <a:r>
              <a:rPr kumimoji="0" lang="en-US" altLang="ko-KR" sz="2800" b="1" dirty="0">
                <a:latin typeface="Arial" charset="0"/>
                <a:ea typeface="+mj-ea"/>
                <a:cs typeface="Arial" charset="0"/>
              </a:rPr>
              <a:t>2026</a:t>
            </a:r>
            <a:r>
              <a:rPr kumimoji="0" lang="ko-KR" altLang="en-US" sz="2800" b="1" dirty="0">
                <a:latin typeface="Arial" charset="0"/>
                <a:ea typeface="+mj-ea"/>
                <a:cs typeface="Arial" charset="0"/>
              </a:rPr>
              <a:t>년 대전 모임 계획</a:t>
            </a:r>
            <a:endParaRPr kumimoji="0" lang="en-US" altLang="ko-KR" sz="2800" b="1" dirty="0">
              <a:latin typeface="Arial" charset="0"/>
              <a:ea typeface="+mj-ea"/>
              <a:cs typeface="Arial" charset="0"/>
            </a:endParaRPr>
          </a:p>
          <a:p>
            <a:pPr algn="ctr" fontAlgn="auto">
              <a:lnSpc>
                <a:spcPts val="4000"/>
              </a:lnSpc>
              <a:spcAft>
                <a:spcPts val="0"/>
              </a:spcAft>
              <a:defRPr/>
            </a:pPr>
            <a:r>
              <a:rPr kumimoji="0" lang="en-US" altLang="ko-KR" sz="2800" b="1" dirty="0">
                <a:latin typeface="Arial" charset="0"/>
                <a:ea typeface="+mj-ea"/>
                <a:cs typeface="Arial" charset="0"/>
              </a:rPr>
              <a:t>(20260624)</a:t>
            </a:r>
            <a:endParaRPr kumimoji="0" lang="ko-KR" altLang="en-US" sz="2800" b="1" dirty="0">
              <a:latin typeface="Arial" charset="0"/>
              <a:ea typeface="+mj-ea"/>
              <a:cs typeface="Arial" charset="0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3525838" y="5429250"/>
            <a:ext cx="20923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ko-KR" altLang="en-US" sz="2200" b="1">
                <a:latin typeface="맑은 고딕" pitchFamily="50" charset="-127"/>
                <a:ea typeface="맑은 고딕" pitchFamily="50" charset="-127"/>
                <a:sym typeface="Wingdings 2" pitchFamily="18" charset="2"/>
              </a:rPr>
              <a:t>대표  이  선 우</a:t>
            </a:r>
            <a:endParaRPr kumimoji="0" lang="en-US" altLang="ko-KR" sz="2200" b="1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148" name="Picture 2" descr="D:\창업 관련\회사 로고 관련\최종\genomicworks_E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82938" y="4227513"/>
            <a:ext cx="2746375" cy="1011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30899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A83B-6806-42B7-79CC-8849EB01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C7C4C60E-DFDD-260D-2DA0-E9E99DBF7960}"/>
              </a:ext>
            </a:extLst>
          </p:cNvPr>
          <p:cNvSpPr txBox="1">
            <a:spLocks/>
          </p:cNvSpPr>
          <p:nvPr/>
        </p:nvSpPr>
        <p:spPr>
          <a:xfrm>
            <a:off x="179511" y="339264"/>
            <a:ext cx="4536505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prstClr val="black"/>
                </a:solidFill>
                <a:latin typeface="Arial" pitchFamily="34" charset="0"/>
                <a:ea typeface="맑은 고딕"/>
                <a:cs typeface="Arial" pitchFamily="34" charset="0"/>
              </a:rPr>
              <a:t>시간 계획 </a:t>
            </a:r>
            <a:r>
              <a:rPr kumimoji="0" lang="en-US" altLang="ko-KR" sz="1600" b="1" dirty="0">
                <a:solidFill>
                  <a:prstClr val="black"/>
                </a:solidFill>
                <a:latin typeface="Arial" pitchFamily="34" charset="0"/>
                <a:ea typeface="맑은 고딕"/>
                <a:cs typeface="Arial" pitchFamily="34" charset="0"/>
              </a:rPr>
              <a:t>(1</a:t>
            </a:r>
            <a:r>
              <a:rPr kumimoji="0" lang="ko-KR" altLang="en-US" sz="1600" b="1" dirty="0">
                <a:solidFill>
                  <a:prstClr val="black"/>
                </a:solidFill>
                <a:latin typeface="Arial" pitchFamily="34" charset="0"/>
                <a:ea typeface="맑은 고딕"/>
                <a:cs typeface="Arial" pitchFamily="34" charset="0"/>
              </a:rPr>
              <a:t>일차</a:t>
            </a:r>
            <a:r>
              <a:rPr kumimoji="0" lang="en-US" altLang="ko-KR" sz="1600" b="1" dirty="0">
                <a:solidFill>
                  <a:prstClr val="black"/>
                </a:solidFill>
                <a:latin typeface="Arial" pitchFamily="34" charset="0"/>
                <a:ea typeface="맑은 고딕"/>
                <a:cs typeface="Arial" pitchFamily="34" charset="0"/>
              </a:rPr>
              <a:t>)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026230"/>
              </p:ext>
            </p:extLst>
          </p:nvPr>
        </p:nvGraphicFramePr>
        <p:xfrm>
          <a:off x="539552" y="932264"/>
          <a:ext cx="8424936" cy="5593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9675">
                  <a:extLst>
                    <a:ext uri="{9D8B030D-6E8A-4147-A177-3AD203B41FA5}">
                      <a16:colId xmlns:a16="http://schemas.microsoft.com/office/drawing/2014/main" val="1109594983"/>
                    </a:ext>
                  </a:extLst>
                </a:gridCol>
                <a:gridCol w="2482347">
                  <a:extLst>
                    <a:ext uri="{9D8B030D-6E8A-4147-A177-3AD203B41FA5}">
                      <a16:colId xmlns:a16="http://schemas.microsoft.com/office/drawing/2014/main" val="3739460420"/>
                    </a:ext>
                  </a:extLst>
                </a:gridCol>
                <a:gridCol w="4362914">
                  <a:extLst>
                    <a:ext uri="{9D8B030D-6E8A-4147-A177-3AD203B41FA5}">
                      <a16:colId xmlns:a16="http://schemas.microsoft.com/office/drawing/2014/main" val="4165709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시    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내     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비    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63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~ 13:00 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대전역 집결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인승 밴 대절 예정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운전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이선우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한 차로 이동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가능하면 기차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 이용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대전역에서 모임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569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13:00 ~ 14:00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커피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식사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모두 모일 때 까지 커피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성심당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대전역점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빵식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점심 식사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장소 미정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573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14:00 ~ 15:00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대전 시내 투어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남문 광장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한빛탑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여러 연구소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이글스파크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세종시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족욕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체험장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유성온천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).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대전시민천문대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별자리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그 외 투어 장소 추천 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9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15:00 ~ 17:00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대전 동물원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동물원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늑구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식물원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퍼레이드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....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사파리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92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17:00 ~ 18:00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숙소 이동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휴식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숙소에 환영 플래카드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캐릭터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꿈돌이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이글스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성심이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풍선인형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기념 사진 용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웰컴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 스낵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애프터눈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 티 형식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준비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성심당 쿠키 등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휴식 동안 저녁 식사 준비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숯불 준비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식용유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스튜 가열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134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18:00 ~ 20:00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저녁 식사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파인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다이닝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메뉴 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   -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전채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샐러드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비프스튜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   -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튀김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새우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야채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오징어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등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참치회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등갈비바베큐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              </a:t>
                      </a: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풀드포크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밥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밑반찬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두부 두루치기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   -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후식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과일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성심당 시루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커피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커피 머신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or </a:t>
                      </a: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드랍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42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20:00 ~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22:00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술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캠프 파이어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술안주 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   - </a:t>
                      </a: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넛트류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과일류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 과자류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참치김치찌개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캠프 파이어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생선구이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 err="1">
                          <a:solidFill>
                            <a:schemeClr val="tx1"/>
                          </a:solidFill>
                        </a:rPr>
                        <a:t>마시멜로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 구이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4437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22:00 ~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여흥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취침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꿈돌이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라면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23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760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108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A83B-6806-42B7-79CC-8849EB01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C7C4C60E-DFDD-260D-2DA0-E9E99DBF7960}"/>
              </a:ext>
            </a:extLst>
          </p:cNvPr>
          <p:cNvSpPr txBox="1">
            <a:spLocks/>
          </p:cNvSpPr>
          <p:nvPr/>
        </p:nvSpPr>
        <p:spPr>
          <a:xfrm>
            <a:off x="179511" y="339264"/>
            <a:ext cx="4536505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prstClr val="black"/>
                </a:solidFill>
                <a:latin typeface="Arial" pitchFamily="34" charset="0"/>
                <a:ea typeface="맑은 고딕"/>
                <a:cs typeface="Arial" pitchFamily="34" charset="0"/>
              </a:rPr>
              <a:t>시간 계획 </a:t>
            </a:r>
            <a:r>
              <a:rPr kumimoji="0" lang="en-US" altLang="ko-KR" sz="1600" b="1" dirty="0">
                <a:solidFill>
                  <a:prstClr val="black"/>
                </a:solidFill>
                <a:latin typeface="Arial" pitchFamily="34" charset="0"/>
                <a:ea typeface="맑은 고딕"/>
                <a:cs typeface="Arial" pitchFamily="34" charset="0"/>
              </a:rPr>
              <a:t>(2</a:t>
            </a:r>
            <a:r>
              <a:rPr kumimoji="0" lang="ko-KR" altLang="en-US" sz="1600" b="1" dirty="0">
                <a:solidFill>
                  <a:prstClr val="black"/>
                </a:solidFill>
                <a:latin typeface="Arial" pitchFamily="34" charset="0"/>
                <a:ea typeface="맑은 고딕"/>
                <a:cs typeface="Arial" pitchFamily="34" charset="0"/>
              </a:rPr>
              <a:t>일차</a:t>
            </a:r>
            <a:r>
              <a:rPr kumimoji="0" lang="en-US" altLang="ko-KR" sz="1600" b="1" dirty="0">
                <a:solidFill>
                  <a:prstClr val="black"/>
                </a:solidFill>
                <a:latin typeface="Arial" pitchFamily="34" charset="0"/>
                <a:ea typeface="맑은 고딕"/>
                <a:cs typeface="Arial" pitchFamily="34" charset="0"/>
              </a:rPr>
              <a:t>)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86855"/>
              </p:ext>
            </p:extLst>
          </p:nvPr>
        </p:nvGraphicFramePr>
        <p:xfrm>
          <a:off x="539552" y="932264"/>
          <a:ext cx="8424936" cy="3794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9675">
                  <a:extLst>
                    <a:ext uri="{9D8B030D-6E8A-4147-A177-3AD203B41FA5}">
                      <a16:colId xmlns:a16="http://schemas.microsoft.com/office/drawing/2014/main" val="1109594983"/>
                    </a:ext>
                  </a:extLst>
                </a:gridCol>
                <a:gridCol w="2482347">
                  <a:extLst>
                    <a:ext uri="{9D8B030D-6E8A-4147-A177-3AD203B41FA5}">
                      <a16:colId xmlns:a16="http://schemas.microsoft.com/office/drawing/2014/main" val="3739460420"/>
                    </a:ext>
                  </a:extLst>
                </a:gridCol>
                <a:gridCol w="4362914">
                  <a:extLst>
                    <a:ext uri="{9D8B030D-6E8A-4147-A177-3AD203B41FA5}">
                      <a16:colId xmlns:a16="http://schemas.microsoft.com/office/drawing/2014/main" val="4165709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시    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내     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비    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63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~ 08:00 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기  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569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08:00 ~ 09:00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아침 식사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북어어묵국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밥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밑반찬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후식 커피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다과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573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09:00 ~ 10:00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아침 산책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퇴거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숙소 주변 산책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스트레칭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체조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요가 등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9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10:00 ~ 12:00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퇴거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장태산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이동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장태산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산책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간식으로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장태산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호떡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92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12:00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~ 13:00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점심 식사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장태산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입구 식당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파전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도토리묵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비빔밥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백숙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...)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134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13:00 ~ 14:00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커피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장태산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주변 카페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42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14:00 ~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귀가 조치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대전역까지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15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인승 밴 운행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4437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23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760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06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7041</TotalTime>
  <Words>366</Words>
  <Application>Microsoft Office PowerPoint</Application>
  <PresentationFormat>화면 슬라이드 쇼(4:3)</PresentationFormat>
  <Paragraphs>68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굴림</vt:lpstr>
      <vt:lpstr>맑은 고딕</vt:lpstr>
      <vt:lpstr>Arial</vt:lpstr>
      <vt:lpstr>Office 테마</vt:lpstr>
      <vt:lpstr>1_Office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1-5</dc:creator>
  <cp:lastModifiedBy>user</cp:lastModifiedBy>
  <cp:revision>700</cp:revision>
  <cp:lastPrinted>2021-05-27T08:03:50Z</cp:lastPrinted>
  <dcterms:created xsi:type="dcterms:W3CDTF">2011-05-04T08:09:15Z</dcterms:created>
  <dcterms:modified xsi:type="dcterms:W3CDTF">2026-06-24T07:33:13Z</dcterms:modified>
</cp:coreProperties>
</file>